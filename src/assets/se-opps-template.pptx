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4"/>
    <p:sldMasterId id="2147484021" r:id="rId5"/>
  </p:sldMasterIdLst>
  <p:notesMasterIdLst>
    <p:notesMasterId r:id="rId86"/>
  </p:notesMasterIdLst>
  <p:handoutMasterIdLst>
    <p:handoutMasterId r:id="rId87"/>
  </p:handoutMasterIdLst>
  <p:sldIdLst>
    <p:sldId id="269" r:id="rId17"/>
    <p:sldId id="316" r:id="rId95"/>
    <p:sldId id="276" r:id="rId84"/>
  </p:sldIdLst>
  <p:sldSz cx="9144000" cy="5143500" type="screen16x9"/>
  <p:notesSz cx="7099300" cy="10234613"/>
  <p:defaultTextStyle>
    <a:defPPr>
      <a:defRPr lang="en-US"/>
    </a:defPPr>
    <a:lvl1pPr marL="0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A1C74B-A2AB-D8CB-DC15-F4A43321B1CE}" name="Rebecca Pascale" initials="RP" userId="S::SESA623493@se.com::19117536-3fce-48a1-80cd-5e8557ec1feb" providerId="AD"/>
  <p188:author id="{55B3EC76-C727-6544-AE57-C605796F18FE}" name="Claira Stiebling" initials="CS" userId="S::SESA663899@se.com::dfac12da-b962-4cbf-afe3-2d7ba4325a12" providerId="AD"/>
  <p188:author id="{E438FE87-8D87-252B-D715-76D29FAB97C8}" name="Claira Stiebling" initials="CS" userId="S::sesa663899@se.com::dfac12da-b962-4cbf-afe3-2d7ba4325a12" providerId="AD"/>
  <p188:author id="{66A10F8D-819C-1B61-0529-002DBE0B8F6A}" name="Finn Lundy" initials="FL" userId="S::SESA673630@se.com::05e68363-b77d-4817-a1b4-9c7842b18f2a" providerId="AD"/>
  <p188:author id="{25C90E9F-B01C-4376-54E8-4AF26F0DD66B}" name="LAUREN COLBERG" initials="LC" userId="S::sesa654487@se.com::4df94cf9-55d5-46d0-b163-2ca978f82a17" providerId="AD"/>
  <p188:author id="{ED24BDA7-B4C0-41BB-997A-A961A4B0B518}" name="Yael Shaw" initials="YS" userId="S::SESA748626@se.com::57d6c948-3e14-4d13-9629-a5cb5430cc4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ckie Barlow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52E"/>
    <a:srgbClr val="EEF1F3"/>
    <a:srgbClr val="494B4F"/>
    <a:srgbClr val="0C1529"/>
    <a:srgbClr val="0F1237"/>
    <a:srgbClr val="000000"/>
    <a:srgbClr val="EAEAEB"/>
    <a:srgbClr val="3DCD58"/>
    <a:srgbClr val="FFFFFF"/>
    <a:srgbClr val="0095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4" Type="http://schemas.openxmlformats.org/officeDocument/2006/relationships/slide" Target="slides/slide3.xml"/><Relationship Id="rId89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90" Type="http://schemas.openxmlformats.org/officeDocument/2006/relationships/viewProps" Target="viewProps.xml"/><Relationship Id="rId3" Type="http://schemas.openxmlformats.org/officeDocument/2006/relationships/customXml" Target="../customXml/item3.xml"/><Relationship Id="rId17" Type="http://schemas.openxmlformats.org/officeDocument/2006/relationships/slide" Target="slides/slide1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86" Type="http://schemas.openxmlformats.org/officeDocument/2006/relationships/notesMaster" Target="notesMasters/notesMaster1.xml"/><Relationship Id="rId94" Type="http://schemas.microsoft.com/office/2018/10/relationships/authors" Target="authors.xml"/><Relationship Id="rId4" Type="http://schemas.openxmlformats.org/officeDocument/2006/relationships/slideMaster" Target="slideMasters/slideMaster1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87" Type="http://schemas.openxmlformats.org/officeDocument/2006/relationships/handoutMaster" Target="handoutMasters/handoutMaster1.xml"/>  <Relationship Id="rId95" Type="http://schemas.openxmlformats.org/officeDocument/2006/relationships/slide" Target="slides/slide2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22E3A8-67DD-A54D-9ACE-7F6180D1A288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5D751CF-426F-9546-9000-18E529FDEB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2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5BCB8AE-B9B2-1648-AE7C-D9F4FF496627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F34D1A-B7E5-DE48-8EA9-859D9DE63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3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se.com/ww/en/" TargetMode="Externa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A84AC58-2B59-2E91-1334-9BA6D032EB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8463" y="4871779"/>
            <a:ext cx="106203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tx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Property of Schneider Electric |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C3F9A2F8-5614-8015-A9DD-151AC3B9BD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63675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tx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523046E9-DFD6-69AE-478D-357337C5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7799190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dark green +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>
          <a:xfrm>
            <a:off x="460741" y="885880"/>
            <a:ext cx="4440320" cy="1649794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lnSpc>
                <a:spcPts val="4380"/>
              </a:lnSpc>
              <a:buFont typeface="Arial"/>
              <a:buNone/>
              <a:defRPr sz="4000" b="1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in Two to Three Lines Max</a:t>
            </a:r>
          </a:p>
        </p:txBody>
      </p:sp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FC8DC9EA-D2DD-1BBC-2271-12D1887C33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396" y="2788464"/>
            <a:ext cx="404266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spc="2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PRESENTED BY: </a:t>
            </a:r>
          </a:p>
          <a:p>
            <a:pPr lvl="0"/>
            <a:endParaRPr lang="fr-FR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007667A0-E223-775E-70D5-046D0535DA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9790" y="4868182"/>
            <a:ext cx="1038486" cy="97096"/>
          </a:xfrm>
          <a:prstGeom prst="rect">
            <a:avLst/>
          </a:prstGeom>
        </p:spPr>
        <p:txBody>
          <a:bodyPr lIns="0" tIns="0" rIns="0" bIns="0"/>
          <a:lstStyle>
            <a:lvl1pPr>
              <a:defRPr kumimoji="0" lang="en-PL" sz="600" b="0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r>
              <a:rPr lang="en-US"/>
              <a:t>Property of Schneider Electric </a:t>
            </a:r>
          </a:p>
        </p:txBody>
      </p:sp>
      <p:sp>
        <p:nvSpPr>
          <p:cNvPr id="19" name="Image placeholder"/>
          <p:cNvSpPr>
            <a:spLocks noGrp="1"/>
          </p:cNvSpPr>
          <p:nvPr>
            <p:ph type="pic" sz="quarter" idx="14"/>
          </p:nvPr>
        </p:nvSpPr>
        <p:spPr>
          <a:xfrm>
            <a:off x="5215944" y="0"/>
            <a:ext cx="3928056" cy="514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91437" tIns="45718" rIns="91437" bIns="45718"/>
          <a:lstStyle>
            <a:lvl1pPr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25EEA-6B7F-5B7F-0108-9730EFEDB3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76183" y="4696497"/>
            <a:ext cx="1362769" cy="2865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2C9BE9-0F6A-A7C3-D2DD-B5906BB73F09}"/>
              </a:ext>
            </a:extLst>
          </p:cNvPr>
          <p:cNvCxnSpPr>
            <a:cxnSpLocks/>
          </p:cNvCxnSpPr>
          <p:nvPr userDrawn="1"/>
        </p:nvCxnSpPr>
        <p:spPr>
          <a:xfrm>
            <a:off x="183692" y="0"/>
            <a:ext cx="0" cy="5143500"/>
          </a:xfrm>
          <a:prstGeom prst="line">
            <a:avLst/>
          </a:prstGeom>
          <a:noFill/>
          <a:ln w="6350">
            <a:solidFill>
              <a:schemeClr val="accent1">
                <a:alpha val="9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0D2741-84CF-242D-7B94-16E92E4C5CBC}"/>
              </a:ext>
            </a:extLst>
          </p:cNvPr>
          <p:cNvCxnSpPr>
            <a:cxnSpLocks/>
            <a:endCxn id="15" idx="2"/>
          </p:cNvCxnSpPr>
          <p:nvPr userDrawn="1"/>
        </p:nvCxnSpPr>
        <p:spPr>
          <a:xfrm flipV="1">
            <a:off x="-1" y="4414857"/>
            <a:ext cx="4572001" cy="1"/>
          </a:xfrm>
          <a:prstGeom prst="line">
            <a:avLst/>
          </a:prstGeom>
          <a:noFill/>
          <a:ln w="6350">
            <a:solidFill>
              <a:schemeClr val="accent1">
                <a:alpha val="9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4B767A6-8E2C-8F95-20A3-6A3B47720F71}"/>
              </a:ext>
            </a:extLst>
          </p:cNvPr>
          <p:cNvSpPr/>
          <p:nvPr userDrawn="1"/>
        </p:nvSpPr>
        <p:spPr>
          <a:xfrm>
            <a:off x="4316573" y="4101349"/>
            <a:ext cx="627017" cy="627017"/>
          </a:xfrm>
          <a:prstGeom prst="ellipse">
            <a:avLst/>
          </a:prstGeom>
          <a:noFill/>
          <a:ln w="63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9E1552-C358-3E70-1D63-9B5E97D0DF05}"/>
              </a:ext>
            </a:extLst>
          </p:cNvPr>
          <p:cNvSpPr/>
          <p:nvPr userDrawn="1"/>
        </p:nvSpPr>
        <p:spPr>
          <a:xfrm>
            <a:off x="4572000" y="4354139"/>
            <a:ext cx="121436" cy="121436"/>
          </a:xfrm>
          <a:prstGeom prst="ellipse">
            <a:avLst/>
          </a:prstGeom>
          <a:noFill/>
          <a:ln w="254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61E69F-B075-FF04-FEE8-C87CCEA4E99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54075" y="3298303"/>
            <a:ext cx="3013075" cy="671513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client logo</a:t>
            </a:r>
          </a:p>
        </p:txBody>
      </p:sp>
    </p:spTree>
    <p:extLst>
      <p:ext uri="{BB962C8B-B14F-4D97-AF65-F5344CB8AC3E}">
        <p14:creationId xmlns:p14="http://schemas.microsoft.com/office/powerpoint/2010/main" val="1273410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Bas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hneider Electric logotyp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40015" y="2081064"/>
            <a:ext cx="3559382" cy="9813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3D7543-78BA-A285-391F-3D972ED064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145"/>
            <a:ext cx="9144000" cy="514321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5532B41-DF39-ABE3-8B76-52BEA7AE3F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0175" y="1977563"/>
            <a:ext cx="4163650" cy="1188375"/>
          </a:xfrm>
          <a:prstGeom prst="rect">
            <a:avLst/>
          </a:prstGeom>
        </p:spPr>
      </p:pic>
      <p:sp>
        <p:nvSpPr>
          <p:cNvPr id="9" name="se.com capsule" descr="SE.com CTA&#10;">
            <a:hlinkClick r:id="rId6"/>
            <a:extLst>
              <a:ext uri="{FF2B5EF4-FFF2-40B4-BE49-F238E27FC236}">
                <a16:creationId xmlns:a16="http://schemas.microsoft.com/office/drawing/2014/main" id="{33BB6C0D-337E-8171-D317-26726F27C32D}"/>
              </a:ext>
            </a:extLst>
          </p:cNvPr>
          <p:cNvSpPr/>
          <p:nvPr userDrawn="1"/>
        </p:nvSpPr>
        <p:spPr>
          <a:xfrm>
            <a:off x="3489584" y="3571670"/>
            <a:ext cx="2157962" cy="32385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GB" sz="1200">
                <a:solidFill>
                  <a:schemeClr val="bg1"/>
                </a:solidFill>
              </a:rPr>
              <a:t>SEadvisoryservices.com </a:t>
            </a:r>
            <a:endParaRPr lang="en-PL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667906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39" Type="http://schemas.openxmlformats.org/officeDocument/2006/relationships/image" Target="../media/image1.png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40" Type="http://schemas.openxmlformats.org/officeDocument/2006/relationships/image" Target="../media/image2.svg"/></Relationships>
</file>

<file path=ppt/slideMasters/_rels/slideMaster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1242FB-E5B3-3702-C6B5-8DD4F3B953C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49763" y="4988560"/>
            <a:ext cx="261937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00">
                <a:solidFill>
                  <a:srgbClr val="626469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6DD3B14E-C37D-6551-603D-250F077B2E8A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7015193" y="4781688"/>
            <a:ext cx="1730344" cy="170653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FD11D2-BCDA-545D-3555-18854B330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6203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tx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Property of Schneider Electric |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1665113D-35E5-6B5A-FA2D-ECBD3DF1B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3675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tx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4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2"/>
  </p:sldLayoutIdLst>
  <p:hf hdr="0" dt="0"/>
  <p:txStyles>
    <p:titleStyle>
      <a:lvl1pPr algn="l" defTabSz="457184" rtl="0" eaLnBrk="1" latinLnBrk="0" hangingPunct="1">
        <a:spcBef>
          <a:spcPct val="0"/>
        </a:spcBef>
        <a:buNone/>
        <a:defRPr sz="2400" kern="1200">
          <a:solidFill>
            <a:srgbClr val="36C746"/>
          </a:solidFill>
          <a:latin typeface="Arial"/>
          <a:ea typeface="+mj-ea"/>
          <a:cs typeface="Arial"/>
        </a:defRPr>
      </a:lvl1pPr>
    </p:titleStyle>
    <p:bodyStyle>
      <a:lvl1pPr marL="173032" indent="-157158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1pPr>
      <a:lvl2pPr marL="361938" indent="-182557" algn="l" defTabSz="447659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•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2pPr>
      <a:lvl3pPr marL="538144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‒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3pPr>
      <a:lvl4pPr marL="719113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4pPr>
      <a:lvl5pPr marL="896906" indent="-185731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441" userDrawn="1">
          <p15:clr>
            <a:srgbClr val="F26B43"/>
          </p15:clr>
        </p15:guide>
        <p15:guide id="4" orient="horz" pos="690" userDrawn="1">
          <p15:clr>
            <a:srgbClr val="F26B43"/>
          </p15:clr>
        </p15:guide>
        <p15:guide id="5" orient="horz" pos="894" userDrawn="1">
          <p15:clr>
            <a:srgbClr val="F26B43"/>
          </p15:clr>
        </p15:guide>
        <p15:guide id="6" orient="horz" pos="2618" userDrawn="1">
          <p15:clr>
            <a:srgbClr val="F26B43"/>
          </p15:clr>
        </p15:guide>
        <p15:guide id="7" orient="horz" pos="2822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511" userDrawn="1">
          <p15:clr>
            <a:srgbClr val="F26B43"/>
          </p15:clr>
        </p15:guide>
        <p15:guide id="10" pos="249" userDrawn="1">
          <p15:clr>
            <a:srgbClr val="F26B43"/>
          </p15:clr>
        </p15:guide>
        <p15:guide id="11" orient="horz" pos="25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1242FB-E5B3-3702-C6B5-8DD4F3B953C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49763" y="4988560"/>
            <a:ext cx="261937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00">
                <a:solidFill>
                  <a:srgbClr val="626469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40828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2"/>
    <p:sldLayoutId id="2147484053" r:id="rId3"/>
  </p:sldLayoutIdLst>
  <p:hf hdr="0" dt="0"/>
  <p:txStyles>
    <p:titleStyle>
      <a:lvl1pPr algn="l" defTabSz="457184" rtl="0" eaLnBrk="1" latinLnBrk="0" hangingPunct="1">
        <a:spcBef>
          <a:spcPct val="0"/>
        </a:spcBef>
        <a:buNone/>
        <a:defRPr sz="2400" kern="1200">
          <a:solidFill>
            <a:srgbClr val="36C746"/>
          </a:solidFill>
          <a:latin typeface="Arial"/>
          <a:ea typeface="+mj-ea"/>
          <a:cs typeface="Arial"/>
        </a:defRPr>
      </a:lvl1pPr>
    </p:titleStyle>
    <p:bodyStyle>
      <a:lvl1pPr marL="173032" indent="-157158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1pPr>
      <a:lvl2pPr marL="361938" indent="-182557" algn="l" defTabSz="447659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•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2pPr>
      <a:lvl3pPr marL="538144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‒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3pPr>
      <a:lvl4pPr marL="719113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4pPr>
      <a:lvl5pPr marL="896906" indent="-185731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441" userDrawn="1">
          <p15:clr>
            <a:srgbClr val="F26B43"/>
          </p15:clr>
        </p15:guide>
        <p15:guide id="4" orient="horz" pos="690" userDrawn="1">
          <p15:clr>
            <a:srgbClr val="F26B43"/>
          </p15:clr>
        </p15:guide>
        <p15:guide id="5" orient="horz" pos="894" userDrawn="1">
          <p15:clr>
            <a:srgbClr val="F26B43"/>
          </p15:clr>
        </p15:guide>
        <p15:guide id="6" orient="horz" pos="2618" userDrawn="1">
          <p15:clr>
            <a:srgbClr val="F26B43"/>
          </p15:clr>
        </p15:guide>
        <p15:guide id="7" orient="horz" pos="2822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511" userDrawn="1">
          <p15:clr>
            <a:srgbClr val="F26B43"/>
          </p15:clr>
        </p15:guide>
        <p15:guide id="10" pos="249" userDrawn="1">
          <p15:clr>
            <a:srgbClr val="F26B43"/>
          </p15:clr>
        </p15:guide>
        <p15:guide id="11" orient="horz" pos="2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://linkedin.com/company/se-advisory-services" TargetMode="External"/><Relationship Id="rId7" Type="http://schemas.openxmlformats.org/officeDocument/2006/relationships/hyperlink" Target="https://www.facebook.com/SEAdvisoryServices" TargetMode="Externa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2.png"/><Relationship Id="rId5" Type="http://schemas.openxmlformats.org/officeDocument/2006/relationships/hyperlink" Target="https://www.youtube.com/@SE-Advisory-Services" TargetMode="External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030B60-37CA-9FFC-0E19-2B970BFBEB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{{COVER_TITLE}}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FB1001-1302-9D58-9349-BA550E186E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{{COVER_SUBTITLE}}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E592C-998D-8816-E394-02139F3921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Property of Schneider Electric 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56DF47C9-48CC-CE44-FD78-D686142B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2" r="12"/>
          <a:stretch/>
        </p:blipFill>
        <p:spPr/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D1B5DA4-EC6D-D7F5-3ECF-0F7B47A827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B9A52-8BD7-7D8C-97DF-D22634E2F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8346" y="2779396"/>
            <a:ext cx="0" cy="215445"/>
          </a:xfrm>
          <a:prstGeom prst="line">
            <a:avLst/>
          </a:prstGeom>
          <a:ln w="50800" cap="sq">
            <a:solidFill>
              <a:schemeClr val="accent6"/>
            </a:soli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1404468-9EFF-04E3-33BD-F00CFF433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5944" y="4061254"/>
            <a:ext cx="3928056" cy="1082246"/>
          </a:xfrm>
          <a:prstGeom prst="rect">
            <a:avLst/>
          </a:prstGeom>
          <a:gradFill flip="none" rotWithShape="1">
            <a:gsLst>
              <a:gs pos="51000">
                <a:srgbClr val="000000">
                  <a:alpha val="0"/>
                </a:srgbClr>
              </a:gs>
              <a:gs pos="0">
                <a:srgbClr val="000000">
                  <a:alpha val="78053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P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AA36F8-110E-E576-C5BF-E1ABE9B5F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76183" y="4696497"/>
            <a:ext cx="1362769" cy="286512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9E7728-0395-99B0-7B63-91EAD7D1D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952725" y="-1"/>
            <a:ext cx="1" cy="5131981"/>
          </a:xfrm>
          <a:prstGeom prst="line">
            <a:avLst/>
          </a:prstGeom>
          <a:noFill/>
          <a:ln w="6350">
            <a:solidFill>
              <a:schemeClr val="accent1">
                <a:lumMod val="20000"/>
                <a:lumOff val="80000"/>
                <a:alpha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81D018AA-AFDB-F5D4-644A-E7BA088C9831}"/>
              </a:ext>
            </a:extLst>
          </p:cNvPr>
          <p:cNvSpPr/>
          <p:nvPr/>
        </p:nvSpPr>
        <p:spPr>
          <a:xfrm>
            <a:off x="5518532" y="2327957"/>
            <a:ext cx="8458493" cy="8458199"/>
          </a:xfrm>
          <a:prstGeom prst="ellipse">
            <a:avLst/>
          </a:prstGeom>
          <a:noFill/>
          <a:ln w="6350">
            <a:solidFill>
              <a:schemeClr val="accent1">
                <a:lumMod val="20000"/>
                <a:lumOff val="80000"/>
                <a:alpha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692A1D9-07DB-C2CA-D34F-8498A07E090F}"/>
              </a:ext>
            </a:extLst>
          </p:cNvPr>
          <p:cNvSpPr/>
          <p:nvPr/>
        </p:nvSpPr>
        <p:spPr>
          <a:xfrm>
            <a:off x="5722736" y="2533696"/>
            <a:ext cx="8050083" cy="8046720"/>
          </a:xfrm>
          <a:prstGeom prst="ellipse">
            <a:avLst/>
          </a:prstGeom>
          <a:noFill/>
          <a:ln w="6350">
            <a:solidFill>
              <a:schemeClr val="accent1">
                <a:lumMod val="20000"/>
                <a:lumOff val="80000"/>
                <a:alpha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563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{{TITLE}}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Property of Schneider Electric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/>
              <a:t>2</a:t>
            </a:fld>
            <a:endParaRPr lang="en-US"/>
          </a:p>
        </p:txBody>
      </p:sp>
      <!--{{BODY}}--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70D6076-3612-56A3-A829-5B764390BCF9}"/>
              </a:ext>
            </a:extLst>
          </p:cNvPr>
          <p:cNvGrpSpPr/>
          <p:nvPr/>
        </p:nvGrpSpPr>
        <p:grpSpPr>
          <a:xfrm>
            <a:off x="4224195" y="3959340"/>
            <a:ext cx="695609" cy="182880"/>
            <a:chOff x="4217645" y="4297045"/>
            <a:chExt cx="695609" cy="182880"/>
          </a:xfrm>
        </p:grpSpPr>
        <p:pic>
          <p:nvPicPr>
            <p:cNvPr id="3" name="Picture 3" descr="LinkedIn icon">
              <a:hlinkClick r:id="rId3"/>
              <a:extLst>
                <a:ext uri="{FF2B5EF4-FFF2-40B4-BE49-F238E27FC236}">
                  <a16:creationId xmlns:a16="http://schemas.microsoft.com/office/drawing/2014/main" id="{7E1F9B73-7E78-7210-E292-BC6397AE3D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7645" y="4297045"/>
              <a:ext cx="22097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YouTube icon">
              <a:hlinkClick r:id="rId5"/>
              <a:extLst>
                <a:ext uri="{FF2B5EF4-FFF2-40B4-BE49-F238E27FC236}">
                  <a16:creationId xmlns:a16="http://schemas.microsoft.com/office/drawing/2014/main" id="{05D52B39-E558-D882-DD90-207FD373A3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3153" y="4297045"/>
              <a:ext cx="257693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facebook icon" descr="Facebook icon">
              <a:hlinkClick r:id="rId7"/>
              <a:extLst>
                <a:ext uri="{FF2B5EF4-FFF2-40B4-BE49-F238E27FC236}">
                  <a16:creationId xmlns:a16="http://schemas.microsoft.com/office/drawing/2014/main" id="{7DA337CA-F132-78B1-A09E-470B52059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30375" y="4297045"/>
              <a:ext cx="18287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8440799"/>
      </p:ext>
    </p:extLst>
  </p:cSld>
  <p:clrMapOvr>
    <a:masterClrMapping/>
  </p:clrMapOvr>
</p:sld>
</file>

<file path=ppt/theme/theme1.xml><?xml version="1.0" encoding="utf-8"?>
<a:theme xmlns:a="http://schemas.openxmlformats.org/drawingml/2006/main" name="Common Layouts">
  <a:themeElements>
    <a:clrScheme name="SE Advisory Services">
      <a:dk1>
        <a:srgbClr val="616469"/>
      </a:dk1>
      <a:lt1>
        <a:srgbClr val="FFFFFF"/>
      </a:lt1>
      <a:dk2>
        <a:srgbClr val="3CCD58"/>
      </a:dk2>
      <a:lt2>
        <a:srgbClr val="00552E"/>
      </a:lt2>
      <a:accent1>
        <a:srgbClr val="9FA0A3"/>
      </a:accent1>
      <a:accent2>
        <a:srgbClr val="007927"/>
      </a:accent2>
      <a:accent3>
        <a:srgbClr val="CDFC57"/>
      </a:accent3>
      <a:accent4>
        <a:srgbClr val="A0E7EE"/>
      </a:accent4>
      <a:accent5>
        <a:srgbClr val="275B7F"/>
      </a:accent5>
      <a:accent6>
        <a:srgbClr val="FFB04C"/>
      </a:accent6>
      <a:hlink>
        <a:srgbClr val="41B3E6"/>
      </a:hlink>
      <a:folHlink>
        <a:srgbClr val="B10043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AS - Private Sector" id="{849C5749-E688-4556-819E-7229D2C6FC75}" vid="{2DF92696-FFAB-47A9-B64C-E3654BACBB50}"/>
    </a:ext>
  </a:extLst>
</a:theme>
</file>

<file path=ppt/theme/theme2.xml><?xml version="1.0" encoding="utf-8"?>
<a:theme xmlns:a="http://schemas.openxmlformats.org/drawingml/2006/main" name="Presentation Title and Closing">
  <a:themeElements>
    <a:clrScheme name="SE Advisory Services">
      <a:dk1>
        <a:srgbClr val="616469"/>
      </a:dk1>
      <a:lt1>
        <a:srgbClr val="FFFFFF"/>
      </a:lt1>
      <a:dk2>
        <a:srgbClr val="3CCD58"/>
      </a:dk2>
      <a:lt2>
        <a:srgbClr val="00552E"/>
      </a:lt2>
      <a:accent1>
        <a:srgbClr val="9FA0A3"/>
      </a:accent1>
      <a:accent2>
        <a:srgbClr val="007927"/>
      </a:accent2>
      <a:accent3>
        <a:srgbClr val="CDFC57"/>
      </a:accent3>
      <a:accent4>
        <a:srgbClr val="A0E7EE"/>
      </a:accent4>
      <a:accent5>
        <a:srgbClr val="275B7F"/>
      </a:accent5>
      <a:accent6>
        <a:srgbClr val="FFB04C"/>
      </a:accent6>
      <a:hlink>
        <a:srgbClr val="41B3E6"/>
      </a:hlink>
      <a:folHlink>
        <a:srgbClr val="B10043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AS - Private Sector" id="{849C5749-E688-4556-819E-7229D2C6FC75}" vid="{8DDED780-D706-4EAF-9A49-EB20D760C58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126BCF9BBE144B5A34BAD9CAE347B" ma:contentTypeVersion="16" ma:contentTypeDescription="Create a new document." ma:contentTypeScope="" ma:versionID="4acf6a340ac58610ee45967b28de29a4">
  <xsd:schema xmlns:xsd="http://www.w3.org/2001/XMLSchema" xmlns:xs="http://www.w3.org/2001/XMLSchema" xmlns:p="http://schemas.microsoft.com/office/2006/metadata/properties" xmlns:ns2="2a89bb3d-beb7-4c69-85fd-04cb6b158b01" xmlns:ns3="5062b3cc-f707-4cf8-bdb6-aa8b26e9ed56" targetNamespace="http://schemas.microsoft.com/office/2006/metadata/properties" ma:root="true" ma:fieldsID="481bf420affd555fd7a4724813dcc8a3" ns2:_="" ns3:_="">
    <xsd:import namespace="2a89bb3d-beb7-4c69-85fd-04cb6b158b01"/>
    <xsd:import namespace="5062b3cc-f707-4cf8-bdb6-aa8b26e9ed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89bb3d-beb7-4c69-85fd-04cb6b158b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e3e82df8-f6af-445d-9b0b-5c4dfc7c59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62b3cc-f707-4cf8-bdb6-aa8b26e9ed56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cfe499-6f72-4944-a8d7-1d9e4cffadf2}" ma:internalName="TaxCatchAll" ma:showField="CatchAllData" ma:web="5062b3cc-f707-4cf8-bdb6-aa8b26e9ed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62b3cc-f707-4cf8-bdb6-aa8b26e9ed56" xsi:nil="true"/>
    <lcf76f155ced4ddcb4097134ff3c332f xmlns="2a89bb3d-beb7-4c69-85fd-04cb6b158b0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7997E95-DDBA-4131-B687-87D6AB9D2F4E}"/>
</file>

<file path=customXml/itemProps2.xml><?xml version="1.0" encoding="utf-8"?>
<ds:datastoreItem xmlns:ds="http://schemas.openxmlformats.org/officeDocument/2006/customXml" ds:itemID="{C21661C0-8723-4882-8F1C-AB3DCF5F20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CF00BF-0DF2-4ACD-BF59-54E296D2E59C}">
  <ds:schemaRefs>
    <ds:schemaRef ds:uri="2d622f90-a853-4c2d-8386-f5298e16094e"/>
    <ds:schemaRef ds:uri="3db62c1c-c0d3-4d45-9ea4-eb6e2df2b4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5062b3cc-f707-4cf8-bdb6-aa8b26e9ed56"/>
    <ds:schemaRef ds:uri="2a89bb3d-beb7-4c69-85fd-04cb6b158b01"/>
  </ds:schemaRefs>
</ds:datastoreItem>
</file>

<file path=docMetadata/LabelInfo.xml><?xml version="1.0" encoding="utf-8"?>
<clbl:labelList xmlns:clbl="http://schemas.microsoft.com/office/2020/mipLabelMetadata">
  <clbl:label id="{57443d00-af18-408c-9335-47b5de3ec9b9}" enabled="1" method="Privileged" siteId="{6e51e1ad-c54b-4b39-b598-0ffe9ae68fe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SEAS - Private Sector</Template>
  <Application>Microsoft Office PowerPoint</Application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Yael Shaw</dc:creator>
  <cp:lastModifiedBy>Daniel Baldauf</cp:lastModifiedBy>
  <cp:revision>2</cp:revision>
  <dcterms:created xsi:type="dcterms:W3CDTF">2025-11-05T21:12:24Z</dcterms:created>
  <dcterms:modified xsi:type="dcterms:W3CDTF">2026-05-14T14:27:50Z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0x010100C86126BCF9BBE144B5A34BAD9CAE347B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Content slides:4\2_Full image title slide and closing slides:3</vt:lpwstr>
  </property>
  <property fmtid="{D5CDD505-2E9C-101B-9397-08002B2CF9AE}" pid="5" name="ClassificationContentMarkingFooterText">
    <vt:lpwstr>General</vt:lpwstr>
  </property>
</Properties>
</file>